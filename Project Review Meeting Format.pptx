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6" r:id="rId2"/>
    <p:sldId id="260" r:id="rId3"/>
    <p:sldId id="278" r:id="rId4"/>
    <p:sldId id="257" r:id="rId5"/>
    <p:sldId id="321" r:id="rId6"/>
    <p:sldId id="326" r:id="rId7"/>
    <p:sldId id="322" r:id="rId8"/>
    <p:sldId id="323" r:id="rId9"/>
    <p:sldId id="324" r:id="rId10"/>
    <p:sldId id="277" r:id="rId11"/>
    <p:sldId id="320" r:id="rId12"/>
    <p:sldId id="327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gireddy Thanvi" userId="aed7d1ab2f3c8fc3" providerId="LiveId" clId="{EB6ED26A-2C30-4327-A708-32FD758F7B83}"/>
    <pc:docChg chg="custSel modSld">
      <pc:chgData name="Chegireddy Thanvi" userId="aed7d1ab2f3c8fc3" providerId="LiveId" clId="{EB6ED26A-2C30-4327-A708-32FD758F7B83}" dt="2026-06-04T04:15:46.914" v="7" actId="20577"/>
      <pc:docMkLst>
        <pc:docMk/>
      </pc:docMkLst>
      <pc:sldChg chg="modSp mod">
        <pc:chgData name="Chegireddy Thanvi" userId="aed7d1ab2f3c8fc3" providerId="LiveId" clId="{EB6ED26A-2C30-4327-A708-32FD758F7B83}" dt="2026-06-04T04:13:30.009" v="1" actId="27636"/>
        <pc:sldMkLst>
          <pc:docMk/>
          <pc:sldMk cId="0" sldId="260"/>
        </pc:sldMkLst>
        <pc:spChg chg="mod">
          <ac:chgData name="Chegireddy Thanvi" userId="aed7d1ab2f3c8fc3" providerId="LiveId" clId="{EB6ED26A-2C30-4327-A708-32FD758F7B83}" dt="2026-06-04T04:13:30.009" v="1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Chegireddy Thanvi" userId="aed7d1ab2f3c8fc3" providerId="LiveId" clId="{EB6ED26A-2C30-4327-A708-32FD758F7B83}" dt="2026-06-04T04:15:46.914" v="7" actId="20577"/>
        <pc:sldMkLst>
          <pc:docMk/>
          <pc:sldMk cId="0" sldId="286"/>
        </pc:sldMkLst>
        <pc:spChg chg="mod">
          <ac:chgData name="Chegireddy Thanvi" userId="aed7d1ab2f3c8fc3" providerId="LiveId" clId="{EB6ED26A-2C30-4327-A708-32FD758F7B83}" dt="2026-06-04T04:15:29.033" v="5" actId="20577"/>
          <ac:spMkLst>
            <pc:docMk/>
            <pc:sldMk cId="0" sldId="286"/>
            <ac:spMk id="2" creationId="{00000000-0000-0000-0000-000000000000}"/>
          </ac:spMkLst>
        </pc:spChg>
        <pc:spChg chg="mod">
          <ac:chgData name="Chegireddy Thanvi" userId="aed7d1ab2f3c8fc3" providerId="LiveId" clId="{EB6ED26A-2C30-4327-A708-32FD758F7B83}" dt="2026-06-04T04:15:46.914" v="7" actId="20577"/>
          <ac:spMkLst>
            <pc:docMk/>
            <pc:sldMk cId="0" sldId="28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70354"/>
            <a:ext cx="7772400" cy="831007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Way To Find Airport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635759"/>
            <a:ext cx="8458200" cy="2402841"/>
          </a:xfrm>
        </p:spPr>
        <p:txBody>
          <a:bodyPr>
            <a:normAutofit fontScale="25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- Himesh                                       roll- 2520030317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- Chegireddy </a:t>
            </a:r>
            <a:r>
              <a:rPr lang="en-US" sz="480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Thanvi                     </a:t>
            </a:r>
            <a:r>
              <a:rPr lang="en-US" sz="4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roll- 2520030214</a:t>
            </a:r>
          </a:p>
          <a:p>
            <a:pPr>
              <a:lnSpc>
                <a:spcPct val="80000"/>
              </a:lnSpc>
              <a:defRPr/>
            </a:pPr>
            <a:endParaRPr lang="en-US" sz="48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4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Number: 27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48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4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48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48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Dr. Nirmala Jyothi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Associate Professor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4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349155" y="52578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4" y="3969193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Project Flow Diagram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Modules[Frontend web pages]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4708526"/>
          </a:xfrm>
        </p:spPr>
        <p:txBody>
          <a:bodyPr>
            <a:normAutofit/>
          </a:bodyPr>
          <a:lstStyle/>
          <a:p>
            <a:r>
              <a:rPr lang="en-US" sz="2500" dirty="0"/>
              <a:t>Helps passengers navigate complex airport environments. </a:t>
            </a:r>
          </a:p>
          <a:p>
            <a:r>
              <a:rPr lang="en-US" sz="2500" dirty="0"/>
              <a:t>Provides an interactive airport map. Allows users to search gates, lounges, restaurants, and parking areas. Highlights routes to destinations.</a:t>
            </a:r>
          </a:p>
          <a:p>
            <a:r>
              <a:rPr lang="en-US" sz="2500" dirty="0"/>
              <a:t>Supports multi-floor navigation. Displays gate information. </a:t>
            </a:r>
          </a:p>
          <a:p>
            <a:r>
              <a:rPr lang="en-US" sz="2500" dirty="0"/>
              <a:t>Includes mock live queue system and QR scan simulation. </a:t>
            </a:r>
          </a:p>
          <a:p>
            <a:r>
              <a:rPr lang="en-US" sz="2500" dirty="0"/>
              <a:t>Offers favorites feature and accessibility options.</a:t>
            </a:r>
          </a:p>
          <a:p>
            <a:r>
              <a:rPr lang="en-US" sz="2500" dirty="0"/>
              <a:t>Built using React.js, HTML, CSS, JavaScript, Node.js, and Express.js.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7586B6-5276-B3E3-CFD5-8DB648A7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Large airports are difficult to navigate.</a:t>
            </a:r>
          </a:p>
          <a:p>
            <a:r>
              <a:rPr lang="en-US" sz="2500" dirty="0"/>
              <a:t>First-time travelers often face confusion. </a:t>
            </a:r>
          </a:p>
          <a:p>
            <a:r>
              <a:rPr lang="en-US" sz="2500" dirty="0"/>
              <a:t>Digital wayfinding improves passenger experience. </a:t>
            </a:r>
          </a:p>
          <a:p>
            <a:r>
              <a:rPr lang="en-US" sz="2500" dirty="0"/>
              <a:t>Provides quick and efficient navigation assistance.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39558-3DAD-272B-5CA3-14B0A3E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Airport layouts are complex and multi-level. </a:t>
            </a:r>
          </a:p>
          <a:p>
            <a:r>
              <a:rPr lang="en-US" sz="2500" dirty="0"/>
              <a:t>Passengers struggle to locate gates and facilities. </a:t>
            </a:r>
          </a:p>
          <a:p>
            <a:r>
              <a:rPr lang="en-US" sz="2500" dirty="0"/>
              <a:t>Traditional signboards may not be sufficient. </a:t>
            </a:r>
          </a:p>
          <a:p>
            <a:r>
              <a:rPr lang="en-US" sz="2500" dirty="0"/>
              <a:t>Need for an interactive navigation solution.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27C-18CB-E7CD-17FE-184519BC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BF7C-4E42-3323-319A-9E8717B9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Project Flow Diagram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7B0B59-E773-3598-767E-554F3BF62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Simplify airport navigation.</a:t>
            </a:r>
          </a:p>
          <a:p>
            <a:r>
              <a:rPr lang="en-US" sz="2500" dirty="0"/>
              <a:t>Reduce passenger confusion.</a:t>
            </a:r>
          </a:p>
          <a:p>
            <a:r>
              <a:rPr lang="en-US" sz="2500" dirty="0"/>
              <a:t>Improve travel efficiency. </a:t>
            </a:r>
          </a:p>
          <a:p>
            <a:r>
              <a:rPr lang="en-US" sz="2500" dirty="0"/>
              <a:t>Provide real-time route guidance.</a:t>
            </a:r>
          </a:p>
          <a:p>
            <a:r>
              <a:rPr lang="en-US" sz="2500" dirty="0"/>
              <a:t>Enhance accessibility for all users.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8919B-D2F8-AD13-EF7B-0B064723F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7795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396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92AC0-5ACE-1D58-9D37-96B7B27D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4"/>
          </a:xfrm>
        </p:spPr>
        <p:txBody>
          <a:bodyPr>
            <a:normAutofit/>
          </a:bodyPr>
          <a:lstStyle/>
          <a:p>
            <a:r>
              <a:rPr lang="en-US" sz="2500" dirty="0"/>
              <a:t>User opens app. </a:t>
            </a:r>
          </a:p>
          <a:p>
            <a:r>
              <a:rPr lang="en-US" sz="2500" dirty="0"/>
              <a:t>Selects current location and destination. Searches for point of interest (POI). </a:t>
            </a:r>
          </a:p>
          <a:p>
            <a:r>
              <a:rPr lang="en-US" sz="2500" dirty="0"/>
              <a:t>System generates shortest route.</a:t>
            </a:r>
          </a:p>
          <a:p>
            <a:r>
              <a:rPr lang="en-US" sz="2500" dirty="0"/>
              <a:t>Route displayed on interactive map.</a:t>
            </a:r>
          </a:p>
          <a:p>
            <a:r>
              <a:rPr lang="en-US" sz="2500" dirty="0"/>
              <a:t>User follows navigation instructions.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80AD5-163E-DB68-2056-49EE1F1D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7467600" cy="944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 [Frontend web pages]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1E6E8A-A995-51F8-4B85-FB8AFDAF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Map Renderer</a:t>
            </a:r>
            <a:r>
              <a:rPr lang="en-US" sz="2000" dirty="0"/>
              <a:t> – Displays airport layout. </a:t>
            </a:r>
          </a:p>
          <a:p>
            <a:r>
              <a:rPr lang="en-US" sz="2000" b="1" dirty="0"/>
              <a:t>Search POI</a:t>
            </a:r>
            <a:r>
              <a:rPr lang="en-US" sz="2000" dirty="0"/>
              <a:t> – Search gates, lounges, restaurants, etc.</a:t>
            </a:r>
          </a:p>
          <a:p>
            <a:r>
              <a:rPr lang="en-US" sz="2000" b="1" dirty="0"/>
              <a:t>Route Highlight</a:t>
            </a:r>
            <a:r>
              <a:rPr lang="en-US" sz="2000" dirty="0"/>
              <a:t> – Shows shortest path.</a:t>
            </a:r>
          </a:p>
          <a:p>
            <a:r>
              <a:rPr lang="en-US" sz="2000" b="1" dirty="0"/>
              <a:t>Floor Selector</a:t>
            </a:r>
            <a:r>
              <a:rPr lang="en-US" sz="2000" dirty="0"/>
              <a:t> – Switch between airport floors. </a:t>
            </a:r>
          </a:p>
          <a:p>
            <a:r>
              <a:rPr lang="en-US" sz="2000" b="1" dirty="0"/>
              <a:t>Gate Info</a:t>
            </a:r>
            <a:r>
              <a:rPr lang="en-US" sz="2000" dirty="0"/>
              <a:t> – Displays gate details. </a:t>
            </a:r>
          </a:p>
          <a:p>
            <a:r>
              <a:rPr lang="en-US" sz="2000" b="1" dirty="0"/>
              <a:t>Live Queue Mock</a:t>
            </a:r>
            <a:r>
              <a:rPr lang="en-US" sz="2000" dirty="0"/>
              <a:t> – Simulates waiting times. </a:t>
            </a:r>
          </a:p>
          <a:p>
            <a:r>
              <a:rPr lang="en-US" sz="2000" b="1" dirty="0"/>
              <a:t>Favorites</a:t>
            </a:r>
            <a:r>
              <a:rPr lang="en-US" sz="2000" dirty="0"/>
              <a:t> – Save frequently visited places. </a:t>
            </a:r>
          </a:p>
          <a:p>
            <a:r>
              <a:rPr lang="en-US" sz="2000" b="1" dirty="0"/>
              <a:t>QR Scan Mock</a:t>
            </a:r>
            <a:r>
              <a:rPr lang="en-US" sz="2000" dirty="0"/>
              <a:t> – Simulates QR-based navigation. </a:t>
            </a:r>
          </a:p>
          <a:p>
            <a:r>
              <a:rPr lang="en-US" sz="2000" b="1" dirty="0"/>
              <a:t>Accessibility Toggle</a:t>
            </a:r>
            <a:r>
              <a:rPr lang="en-US" sz="2000" dirty="0"/>
              <a:t> – High contrast mode and larger text. </a:t>
            </a:r>
          </a:p>
          <a:p>
            <a:r>
              <a:rPr lang="en-US" sz="2000" b="1" dirty="0"/>
              <a:t>Admin Update</a:t>
            </a:r>
            <a:r>
              <a:rPr lang="en-US" sz="2000" dirty="0"/>
              <a:t> – Update map and location data.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8683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0A7B1-AE81-675E-BE7D-3D5A36D1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4"/>
          </a:xfrm>
        </p:spPr>
        <p:txBody>
          <a:bodyPr>
            <a:normAutofit/>
          </a:bodyPr>
          <a:lstStyle/>
          <a:p>
            <a:r>
              <a:rPr lang="en-US" sz="2500" dirty="0"/>
              <a:t>Easy airport navigation.</a:t>
            </a:r>
          </a:p>
          <a:p>
            <a:r>
              <a:rPr lang="en-US" sz="2500" dirty="0"/>
              <a:t>Faster access to destinations. </a:t>
            </a:r>
          </a:p>
          <a:p>
            <a:r>
              <a:rPr lang="en-US" sz="2500" dirty="0"/>
              <a:t>Reduced passenger stress.</a:t>
            </a:r>
          </a:p>
          <a:p>
            <a:r>
              <a:rPr lang="en-US" sz="2500" dirty="0"/>
              <a:t>Better user experience.</a:t>
            </a:r>
          </a:p>
          <a:p>
            <a:r>
              <a:rPr lang="en-US" sz="2500" dirty="0"/>
              <a:t>Demonstrates frontend development and UI engineering skills. </a:t>
            </a:r>
            <a:endParaRPr lang="en-IN" sz="2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696200" cy="685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0925"/>
            <a:ext cx="8229600" cy="5075239"/>
          </a:xfrm>
        </p:spPr>
        <p:txBody>
          <a:bodyPr>
            <a:normAutofit/>
          </a:bodyPr>
          <a:lstStyle/>
          <a:p>
            <a:r>
              <a:rPr lang="en-US" sz="2500" dirty="0"/>
              <a:t>Airport Wayfinding App improves airport navigation. </a:t>
            </a:r>
          </a:p>
          <a:p>
            <a:r>
              <a:rPr lang="en-US" sz="2500" dirty="0"/>
              <a:t>Makes travel more convenient and accessible.</a:t>
            </a:r>
          </a:p>
          <a:p>
            <a:r>
              <a:rPr lang="en-US" sz="2500" dirty="0"/>
              <a:t>Reduces confusion in large airports.</a:t>
            </a:r>
          </a:p>
          <a:p>
            <a:r>
              <a:rPr lang="en-US" sz="2500" dirty="0"/>
              <a:t>Can be extended with real-time tracking and indoor positioning in the future</a:t>
            </a:r>
          </a:p>
          <a:p>
            <a:endParaRPr lang="en-US"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84086-DCA6-09DA-2ED3-B35984EF31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677EB-3C69-1E22-5FF9-F70E3FD9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HTML5</a:t>
            </a:r>
          </a:p>
          <a:p>
            <a:r>
              <a:rPr lang="en-US" dirty="0"/>
              <a:t>CSS3</a:t>
            </a:r>
          </a:p>
          <a:p>
            <a:r>
              <a:rPr lang="en-US" dirty="0"/>
              <a:t>JavaScript (ES6+) </a:t>
            </a:r>
          </a:p>
          <a:p>
            <a:r>
              <a:rPr lang="en-US" dirty="0"/>
              <a:t>React.js </a:t>
            </a:r>
          </a:p>
          <a:p>
            <a:r>
              <a:rPr lang="en-US" dirty="0"/>
              <a:t>Node.js </a:t>
            </a:r>
          </a:p>
          <a:p>
            <a:r>
              <a:rPr lang="en-US" dirty="0"/>
              <a:t>Express.js </a:t>
            </a:r>
          </a:p>
          <a:p>
            <a:r>
              <a:rPr lang="en-US" dirty="0"/>
              <a:t>Axios</a:t>
            </a:r>
          </a:p>
          <a:p>
            <a:r>
              <a:rPr lang="en-US" dirty="0"/>
              <a:t>React Router </a:t>
            </a:r>
          </a:p>
          <a:p>
            <a:r>
              <a:rPr lang="en-US" dirty="0"/>
              <a:t>Context API / Redux</a:t>
            </a:r>
          </a:p>
          <a:p>
            <a:r>
              <a:rPr lang="en-US" dirty="0"/>
              <a:t>Bootstrap / Tailwind CSS </a:t>
            </a:r>
          </a:p>
          <a:p>
            <a:r>
              <a:rPr lang="en-US" dirty="0"/>
              <a:t>Postman</a:t>
            </a:r>
          </a:p>
          <a:p>
            <a:r>
              <a:rPr lang="en-US" dirty="0"/>
              <a:t>MySQL (Optional)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A5246-9866-9B93-E230-979326343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</TotalTime>
  <Words>521</Words>
  <Application>Microsoft Office PowerPoint</Application>
  <PresentationFormat>On-screen Show (4:3)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  Project Review Meeting    on  Way To Find Airport</vt:lpstr>
      <vt:lpstr>Outline of the Presentation</vt:lpstr>
      <vt:lpstr>Abstract</vt:lpstr>
      <vt:lpstr>Introduction</vt:lpstr>
      <vt:lpstr>Problem Statement </vt:lpstr>
      <vt:lpstr>Project Flow Diagram</vt:lpstr>
      <vt:lpstr>Objectives with Justification </vt:lpstr>
      <vt:lpstr>Modules [Frontend web pages]</vt:lpstr>
      <vt:lpstr>Expected Outcomes of the Proposed Work </vt:lpstr>
      <vt:lpstr>Conclusion and 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Chegireddy Thanvi</cp:lastModifiedBy>
  <cp:revision>198</cp:revision>
  <dcterms:created xsi:type="dcterms:W3CDTF">2006-08-16T00:00:00Z</dcterms:created>
  <dcterms:modified xsi:type="dcterms:W3CDTF">2026-06-04T04:15:47Z</dcterms:modified>
</cp:coreProperties>
</file>